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AI TRANSIT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00D4AA"/>
                </a:solidFill>
                <a:latin typeface="Calibri"/>
              </a:rPr>
              <a:t>Sécuriser l'intégration du code IA en entreprise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20440"/>
            <a:ext cx="11274552" cy="25400"/>
          </a:xfrm>
          <a:prstGeom prst="rect">
            <a:avLst/>
          </a:prstGeom>
          <a:solidFill>
            <a:srgbClr val="88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3749039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CDDEE"/>
                </a:solidFill>
                <a:latin typeface="Calibri"/>
              </a:rPr>
              <a:t>🔍  Récupération sécurisée depuis GitHub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CCDDEE"/>
                </a:solidFill>
                <a:latin typeface="Calibri"/>
              </a:rPr>
              <a:t>🛡️   Scan multicouche adaptatif par type de fichier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CCDDEE"/>
                </a:solidFill>
                <a:latin typeface="Calibri"/>
              </a:rPr>
              <a:t>📦  Archive ZIP approuvée + rapport Excel de traçabilité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9AA"/>
                </a:solidFill>
                <a:latin typeface="Calibri"/>
              </a:rPr>
              <a:t>Version 1.0  — 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2704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Contexte &amp; objectifs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27432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0720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Architecture du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79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023359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087367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Phase 1 — Récupération sécurisée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2064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530352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36752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Phase 2 — Scan multicouche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28016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8" y="146304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152704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Détail des checks par type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256032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6208" y="27432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80720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Outils utilisés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840479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36208" y="4023359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087367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Résultats &amp; livrables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512064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530352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536752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Règles de sécurité absolues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01  Contexte &amp; Objectifs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A8FF"/>
                </a:solidFill>
                <a:latin typeface="Calibri"/>
              </a:rPr>
              <a:t>Pourquoi ce pipeline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7132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🤖  Le code IA généré peut contenir des backdoors, secrets ou patterns dangereux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📥  Les développeurs importent du code sans revue de sécurité systématique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🏢  Le réseau d'entreprise doit rester isolé (air-gap partiel)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📋  Aucune traçabilité sans processus structuré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011680"/>
            <a:ext cx="960120" cy="868680"/>
          </a:xfrm>
          <a:prstGeom prst="roundRect">
            <a:avLst>
              <a:gd name="adj" fmla="val 8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🌐 Internet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(GitHub)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2011680"/>
            <a:ext cx="960120" cy="868680"/>
          </a:xfrm>
          <a:prstGeom prst="roundRect">
            <a:avLst>
              <a:gd name="adj" fmla="val 8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🛡️ Pipeline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AI Transit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24160" y="2011680"/>
            <a:ext cx="960120" cy="868680"/>
          </a:xfrm>
          <a:prstGeom prst="roundRect">
            <a:avLst>
              <a:gd name="adj" fmla="val 8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🏢 Réseau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interne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17152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4432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17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899AA"/>
                </a:solidFill>
                <a:latin typeface="Calibri"/>
              </a:rPr>
              <a:t>Flux
unidirectionnel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D4AA"/>
                </a:solidFill>
                <a:latin typeface="Calibri"/>
              </a:rPr>
              <a:t>Objectifs clés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Récupérer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Clone sécurisé depth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328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Scanner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Multicouche adaptatif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Décider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PASS → ZIP  /  FAIL → Quarantaine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3544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Tracer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Rapport Excel + JSON + 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D1B2A"/>
                </a:solidFill>
                <a:latin typeface="Calibri"/>
              </a:rPr>
              <a:t>02  Architecture du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5272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📂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GitHub /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884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255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⬇  fetch_repo.sh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854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729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🔍 scan_pipeline.sh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2628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9028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✔ Good/ (ZIP + Excel)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9496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4589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✘ quarantine/ (chmod 700)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0574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899AA"/>
                </a:solidFill>
                <a:latin typeface="Calibri"/>
              </a:rPr>
              <a:t>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0175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899AA"/>
                </a:solidFill>
                <a:latin typeface="Calibri"/>
              </a:rPr>
              <a:t>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PASS 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FAIL 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11887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FF"/>
                </a:solidFill>
                <a:latin typeface="Calibri"/>
              </a:rPr>
              <a:t>Phase 1 — fetch_repo.sh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64592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Whitelist hôtes (github.com uniquement)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Vérif. taille via API GitHub (&lt; 500 MB)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git clone --depth 1 --no-tags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Suppression .git/ (pas de metadata)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Manifest SHA-256 de tous les fichiers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Triage rapide patterns suspects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1188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Phase 2 — scan_pipeline.sh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164592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🌐  Couche GLOBALE 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Gitleaks · detect-secrets · ClamAV · YARA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📄  Couche PAR TYPE 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.py → Bandit + eval/exec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.js/.ts → Semgrep + child_process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.sh → ShellCheck + curl|bash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.yml → actions non-pinnées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.tf → checkov + secrets hardcodés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Dockerfile → hadolint + :latest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.so/.exe → FAIL auto + strings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D1B2A"/>
                </a:solidFill>
                <a:latin typeface="Calibri"/>
              </a:rPr>
              <a:t>03  Phase 1 — Récupération sécurisée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344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FF"/>
                </a:solidFill>
                <a:latin typeface="Calibri"/>
              </a:rPr>
              <a:t>Whitelist hôtes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Seul github.com est autorisé. Toute autre URL est rejetée immédiatement.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3444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07408" y="1344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AA"/>
                </a:solidFill>
                <a:latin typeface="Calibri"/>
              </a:rPr>
              <a:t>Vérification taille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Appel API GitHub : taille du repo vérifiée avant tout clone. Limite : 500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23444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39328" y="1344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C40F"/>
                </a:solidFill>
                <a:latin typeface="Calibri"/>
              </a:rPr>
              <a:t>Clone minimal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9202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git clone --depth 1 --no-tags --single-branch
Historique zéro, surface d'attaque minimale.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4048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488" y="3950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977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Suppression .git/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52628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Les métadonnées Git (hooks, remotes, submodules) sont entièrement supprimées.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84048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07408" y="3950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3977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70FF"/>
                </a:solidFill>
                <a:latin typeface="Calibri"/>
              </a:rPr>
              <a:t>Manifest SHA-256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52628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Hash SHA-256 de chaque fichier → fichier .manifest_sha256.txt pour audit d'intégrité.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84048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9328" y="3950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977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  <a:latin typeface="Calibri"/>
              </a:rPr>
              <a:t>Triage rapide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52628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Grep sur eval(, exec(, curl|bash, rm -rf → alerte immédiate avant scan approfondi.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04  Phase 2 — Couche globale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CCDDEE"/>
                </a:solidFill>
                <a:latin typeface="Calibri"/>
              </a:rPr>
              <a:t>S'applique à TOUT le répertoire, quel que soit le type de fichier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91640"/>
            <a:ext cx="2788920" cy="59436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🔑  Gitleaks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Tokens GitHub / GitLab / AWS / GCP / Azure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Clés privées RSA, PEM, SSH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Clés API Stripe, Twilio, SendGrid, JWT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&gt; 150 types de credentials couverts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Analyse entropique + règles regex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91840" y="1691640"/>
            <a:ext cx="2788920" cy="594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📊  detect-secrets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Entropie de Shannon sur les chaînes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Détecte les secrets inconnus des règles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Base64 et hex à haute densité aléatoire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Complémentaire à Gitleaks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Outil Yelp (battle-tested en production)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1691640"/>
            <a:ext cx="2788920" cy="594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67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🦠  ClamAV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Millions de signatures malware connues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Trojans, ransomwares, backdoors, exploits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Scan récursif de tous les fichiers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Base mise à jour via freshclam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Détection de binaires embarqués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866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35440" y="1691640"/>
            <a:ext cx="2788920" cy="59436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085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🎯  YARA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Standard industriel IOC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Règles .yar personnalisées dans yara-rules/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Patterns propres aux backdoors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Combinaison : regex + logique booléenne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Extensible à volonté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04  Phase 2 — Dispatch par type de fichier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160020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70432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Extension(s)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143000"/>
            <a:ext cx="224028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17043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Outil SAST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143000"/>
            <a:ext cx="548640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704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Checks manuels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21240" y="1143000"/>
            <a:ext cx="182880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11704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Verdict défaut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6184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6642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16184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16642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Bandit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6184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6642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eval() exec() import os/subprocess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16184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16642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756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1214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.js .ts .jsx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20756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21214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Semgrep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0756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21214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eval() child_process require(…)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0756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21214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5328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5786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.c .cpp .h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65960" y="25328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25786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cppcheck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25328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25786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gets() strcpy() system() popen()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21240" y="25328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25786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29900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30358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.sh .bash .ps1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65960" y="29900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30358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ShellCheck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43400" y="29900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0358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curl|bash  wget|sh  eval $var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21240" y="29900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30358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4472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3493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.yml .yaml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65960" y="34472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0" y="34930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43400" y="34472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0" y="34930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Actions non-pinnées  secrets inline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4472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0" y="34930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3904487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3950207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.tf .tfvars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65960" y="3904487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11680" y="3950207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checkov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43400" y="3904487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0" y="3950207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Secrets en dur  IAM trop larges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921240" y="3904487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66960" y="3950207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43616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" y="44074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Dockerfile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965960" y="43616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11680" y="44074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hadolint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43400" y="43616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0" y="44074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:latest  ADD http://  RUN curl|bash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921240" y="43616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66960" y="44074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48188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0040" y="48646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.so .exe .elf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65960" y="48188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11680" y="48646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strings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43400" y="48188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9120" y="48646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FAIL automatique + recherche IOC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8188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66960" y="48646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 ⚠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52760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53218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.zip .tar.gz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965960" y="52760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11680" y="53218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43400" y="52760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89120" y="53218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FAIL auto — extraction + re-scan requis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921240" y="52760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966960" y="53218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 ⚠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7332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0040" y="5779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.sql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65960" y="57332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11680" y="57790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43400" y="57332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389120" y="57790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xp_cmdshell  DROP TABLE  injection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921240" y="57332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966960" y="57790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" y="61904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20040" y="62362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.json .md .txt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965960" y="61904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11680" y="62362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343400" y="61904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89120" y="62362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password: secret: token: api_key=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921240" y="61904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966960" y="62362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Détail des vérifications par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50292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Python 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Langage à exécution dynamique — risque élevé de backdoors via eval/exec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Bandit SAST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Analyse AST Python : subprocess shell=True, pickle, MD5, SQL injection, assert sécurité…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eval() / exec()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arbitraire de code à l'exécution — backdoor triviale dans du code IA généré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import os/subprocess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Accès au shell système — légitime mais nécessite revue manuelle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1143000"/>
            <a:ext cx="5669280" cy="5029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JavaScript/TS .js .ts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Écosystème exposé aux supply-chain attacks et à l'exécution dynamique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Semgrep p/javascript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992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XSS, prototype pollution, innerHTML, open redirect, SSTI…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eval()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dynamique de code — vecteur classique d'injection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child_process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commandes shell depuis Node.js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Détail des vérifications par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C / C++ .c 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Risques liés à la gestion manuelle de la mémoire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cppcheck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Buffer overflows, null ptr, use-after-free, mémoire non initialisée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gets()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Lecture sans limite de taille → buffer overflow garanti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strcpy()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Copie sans vérification de taille → débordement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897880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93445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system()/popen()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0" y="59618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30936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commandes shell → injection 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143000"/>
            <a:ext cx="566928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Shell .sh .bash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Exécution directe — syntaxe propice à l'obfuscation de commandes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ShellCheck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Variables non quotées, globbing, redirections dangereuses…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curl | bash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code distant sans vérification d'intégrité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eval $variable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78992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Injection triviale si la variable est contrôlée par un attaquant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Détail des vérifications par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50292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YAML / CI 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Pipelines CI/CD — une mauvaise config ouvre des backdoors d'infrastructure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Actions non-pinnées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uses: action@main — vulnérable au tag-hijacking si le tag est réécrit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Secrets 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password: valeur_en_clair (pas ${{ secrets.XXX }})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143000"/>
            <a:ext cx="566928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Terraform .tf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Code IaC — peut provisionner des ressources cloud entières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checkov (CIS)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8992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Buckets S3 sans chiffrement, IAM trop larges, BDD sans chiffrement at-rest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Secrets en dur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992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password = "valeur", token = "valeur" dans les fichiers .tf/.tfvars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05  Détail des vérifications par type (suite)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760720" cy="457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Dockerfile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hadolint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39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Best practices CIS Docker : :latest, ADD http://, apt sans --no-install-recommends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RUN curl|bash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24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Téléchargement + exécution sans contrôle d'intégrité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1887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59" y="1188720"/>
            <a:ext cx="576072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799" y="12344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Binaires .so .exe .elf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FAIL automatique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2039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Aucun binaire précompilé dans un repo IA — implant/RAT potentiel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19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strings + IOC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19" y="2724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Extraction des chaînes : URLs, /bin/sh, /etc/passwd, exec, shell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39319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931920"/>
            <a:ext cx="5760720" cy="457200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9776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Archives .zip .tar.gz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FAIL automatique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7823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Contenu non scannable sans extraction préalable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Zip-slip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468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Extraction vers des chemins arbitraires (../../etc/cron.d/)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59" y="39319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59" y="3931920"/>
            <a:ext cx="5760720" cy="457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799" y="39776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SQL .sql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xp_cmdshell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19" y="47823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commandes shell depuis SQL Server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DROP TABLE/DATABASE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5468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Instructions destructrices dans du code IA généré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19" y="5852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; --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6153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Pattern classique d'injection SQL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D1B2A"/>
                </a:solidFill>
                <a:latin typeface="Calibri"/>
              </a:rPr>
              <a:t>06  Outils utilisés — Synthèse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39C12"/>
                </a:solidFill>
                <a:latin typeface="Calibri"/>
              </a:rPr>
              <a:t>⚡  Tous optionnels en dégradé — WARN si absent, FAIL uniquement sur finding actif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72768"/>
            <a:ext cx="224028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6002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Outil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572768"/>
            <a:ext cx="352044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Rôle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72768"/>
            <a:ext cx="329184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00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Installation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572768"/>
            <a:ext cx="228600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160020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993392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" y="203911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8FF"/>
                </a:solidFill>
                <a:latin typeface="Calibri"/>
              </a:rPr>
              <a:t>Gitleaks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1993392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0048" y="203911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secrets/tokens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993392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203911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GitHub binary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993392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8" y="203911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432304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" y="247802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8FF"/>
                </a:solidFill>
                <a:latin typeface="Calibri"/>
              </a:rPr>
              <a:t>detect-secrets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2432304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0048" y="2478024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entropie élevée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432304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247802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432304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5208" y="247802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871216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2916936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ClamAV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40" y="2871216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70048" y="2916936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malware signatures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871216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291693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clamav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2871216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65208" y="291693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310128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" y="335584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70FF"/>
                </a:solidFill>
                <a:latin typeface="Calibri"/>
              </a:rPr>
              <a:t>YARA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06040" y="3310128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0048" y="3355848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IOC personnalisés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310128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81928" y="335584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yara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3310128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65208" y="335584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749039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8328" y="3794759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C40F"/>
                </a:solidFill>
                <a:latin typeface="Calibri"/>
              </a:rPr>
              <a:t>Bandit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06040" y="3749039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0048" y="3794759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SAST Python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3749039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1928" y="37947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 bandit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01200" y="3749039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65208" y="3794759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187952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8328" y="423367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C40F"/>
                </a:solidFill>
                <a:latin typeface="Calibri"/>
              </a:rPr>
              <a:t>Semgrep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06040" y="4187952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70048" y="423367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SAST multi-lang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4187952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1928" y="423367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 semgrep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01200" y="4187952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65208" y="423367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.js .ts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4626864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8328" y="467258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cppcheck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06040" y="4626864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70048" y="4672584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analyse statique C/C++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4626864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81928" y="46725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cppcheck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01200" y="4626864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65208" y="46725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.c .cpp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065776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8328" y="5111496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ShellCheck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06040" y="5065776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70048" y="5111496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lint shell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17920" y="5065776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81928" y="511149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shellcheck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601200" y="5065776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665208" y="511149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.sh .bash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5504688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8328" y="55504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  <a:latin typeface="Calibri"/>
              </a:rPr>
              <a:t>hadolint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606040" y="5504688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70048" y="5550408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lint Dockerfile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17920" y="5504688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81928" y="555040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GitHub binary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01200" y="5504688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65208" y="555040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Dockerfile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5943600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38328" y="598932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  <a:latin typeface="Calibri"/>
              </a:rPr>
              <a:t>checkov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606040" y="5943600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670048" y="5989320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sécurité IaC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17920" y="5943600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81928" y="59893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 checkov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601200" y="5943600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665208" y="59893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.tf .hcl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6382512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8328" y="642823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99AA"/>
                </a:solidFill>
                <a:latin typeface="Calibri"/>
              </a:rPr>
              <a:t>jq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06040" y="6382512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70048" y="642823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parsing JSON API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17920" y="6382512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81928" y="64282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jq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01200" y="6382512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65208" y="642823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Utilitaire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07  Résultats — Archive approuvée &amp; Rapport Excel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303520" cy="5440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1615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📦  Archive ZIP  →  Good/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5029200" cy="1691640"/>
          </a:xfrm>
          <a:prstGeom prst="rect">
            <a:avLst/>
          </a:prstGeom>
          <a:solidFill>
            <a:srgbClr val="060F18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920240"/>
            <a:ext cx="4809744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FFFD4"/>
                </a:solidFill>
                <a:latin typeface="Courier New"/>
              </a:rPr>
              <a:t>Good/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└── repo_20260615_143022.zip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├── src/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│   └── [code source complet]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├── README.md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└── scan_report_20260615.xlsx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11880"/>
            <a:ext cx="51206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Produite uniquement si verdict PASS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Nom horodaté — unicité garantie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.manifest_sha256.txt exclu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Rapport Excel inclus directement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Prête au transfert réseau interne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Optionnel : chiffrement GPG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188720"/>
            <a:ext cx="6035040" cy="5440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188720"/>
            <a:ext cx="603504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216152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📊  Rapport Excel (.xlsx)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AA"/>
                </a:solidFill>
                <a:latin typeface="Calibri"/>
              </a:rPr>
              <a:t>Onglet 0 — Résumé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286000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322576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Dépôt /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32257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URL GitHub ou chemin local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688336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53328" y="2724912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Date du scan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2491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Horodatage ISO 8601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090672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53328" y="3127248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Hash SHA-256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2724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Empreinte globale de tous les fichiers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3493008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3529584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Verdict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29584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 (vert) / FAIL (rouge)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3895344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3328" y="3931920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Compteurs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93192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 · WARN · FAIL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34340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C40F"/>
                </a:solidFill>
                <a:latin typeface="Calibri"/>
              </a:rPr>
              <a:t>Onglet 1 — Fichiers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6752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9AA"/>
                </a:solidFill>
                <a:latin typeface="Calibri"/>
              </a:rPr>
              <a:t>#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59752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87184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DEE"/>
                </a:solidFill>
                <a:latin typeface="Calibri"/>
              </a:rPr>
              <a:t>Fichier (chemin complet)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30183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57616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9AA"/>
                </a:solidFill>
                <a:latin typeface="Calibri"/>
              </a:rPr>
              <a:t>Type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0616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8048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1C40F"/>
                </a:solidFill>
                <a:latin typeface="Calibri"/>
              </a:rPr>
              <a:t>Statut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71048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DEE"/>
                </a:solidFill>
                <a:latin typeface="Calibri"/>
              </a:rPr>
              <a:t>Message / Finding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16752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59752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87184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/path/file.py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30183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57616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0616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28048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71048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98480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bandit:Severity:HIGH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16752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59752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87184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/path/config.sh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30183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57616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.sh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0616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28048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39C12"/>
                </a:solidFill>
                <a:latin typeface="Calibri"/>
              </a:rPr>
              <a:t>WARN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71048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98480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shellcheck absent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16752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59752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87184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/path/main.py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30183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00616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28048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CC71"/>
                </a:solidFill>
                <a:latin typeface="Calibri"/>
              </a:rPr>
              <a:t>PASS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71048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98480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6492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AA"/>
                </a:solidFill>
                <a:latin typeface="Calibri"/>
              </a:rPr>
              <a:t>Trié : FAIL → WARN → PASS  |  Filtre auto  |  Ligne 1 figée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08  Règles de sécurité absolues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Calibri"/>
              </a:rPr>
              <a:t>⛔  Ces règles NE PEUVENT PAS être modifiées — elles constituent le modèle de menace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4592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🔒  Isolation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1284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La machine de transit n'a JAMAIS accès direct au réseau d'entreprise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4592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4592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099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➡️  Flux unidirectionnel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1284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Seul approved/ est lisible depuis l'interne — pas fetch/, logs/, quarantine/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29184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29184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3558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🔐  Quarantaine root-only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85876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chmod 700 — aucun utilisateur applicatif ne peut lire les fichiers refusés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29184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29184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3558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🚫  Pas de déplacement manuel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5876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Jamais de quarantine/ → approved/ sans re-scan complet du pipeline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93776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93776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00176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⚠️  Binaires = FAIL absolu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50468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Aucun .so/.exe/.elf dans un repo IA — zéro exception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93776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493776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500176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📦  Archives = re-scan obligatoire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50468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.zip/.tar.gz nécessitent extraction + re-scan dans un env isolé dédié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D1B2A"/>
                </a:solidFill>
                <a:latin typeface="Calibri"/>
              </a:rPr>
              <a:t>En résumé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552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GitHub (whitelist) ou chemin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24327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7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D4AA"/>
                </a:solidFill>
                <a:latin typeface="Calibri"/>
              </a:rPr>
              <a:t>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7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Clone minimal · .git supprimé · SHA-256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87568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39C12"/>
                </a:solidFill>
                <a:latin typeface="Calibri"/>
              </a:rPr>
              <a:t>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5776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Couche globale + couche par type × 11 extensions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24344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37576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5784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ECC71"/>
                </a:solidFill>
                <a:latin typeface="Calibri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5784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ZIP dans Good/ avec rapport Excel inclus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2055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4352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87584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Quarantaine chmod 700 + rapport JSON/HTML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899AA"/>
                </a:solidFill>
                <a:latin typeface="Calibri"/>
              </a:rPr>
              <a:t>Pipeline entièrement en bash · Mode dégradé · Outils optionnels · Rapports horodatés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1792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5566"/>
                </a:solidFill>
                <a:latin typeface="Calibri"/>
              </a:rPr>
              <a:t>github.com/Gaillotte/Claude  —  branche claude/vigilant-carson-f8twy0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