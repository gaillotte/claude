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hyperlink" Target="file:///C:\Windows\System32\cmd.exe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p>
            <a:r>
              <a:rPr>
                <a:hlinkClick r:id="rId2" action="ppaction://macro?name=Module1.Run"/>
              </a:rPr>
              <a:t>Click</a:t>
            </a:r>
          </a:p>
        </p:txBody>
      </p:sp>
    </p:spTree>
  </p:cSld>
</p:sld>
</file>