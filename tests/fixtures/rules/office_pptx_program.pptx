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/Relationships>
</file>

<file path=ppt/slides/_rels/slide1.xml.rels><?xml version="1.0" encoding="UTF-8" standalone="yes"?><Relationships xmlns="http://schemas.openxmlformats.org/package/2006/relationships"><Relationship Id="rId2" Type="http://schemas.openxmlformats.org/officeDocument/2006/relationships/hyperlink" Target="file:///C:\Windows\System32\cmd.exe" TargetMode="Externa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txBody>
          <a:p>
            <a:r>
              <a:rPr>
                <a:hlinkClick r:id="rId2" action="ppaction://program"/>
              </a:rPr>
              <a:t>Click</a:t>
            </a:r>
          </a:p>
        </p:txBody>
      </p:sp>
    </p:spTree>
  </p:cSld>
</p:sld>
</file>