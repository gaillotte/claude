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a:t>Roadmap</a:t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a:hlinkClick action="ppaction://program"/>
    </p:spTree>
  </p:cSld>
</p:sld>
</file>